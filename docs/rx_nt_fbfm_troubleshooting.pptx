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9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6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Perret" userId="48657107671_tp_box_2" providerId="OAuth2" clId="{1EB2F679-ED19-4FC3-9A88-BEAD9EDE2BF0}"/>
    <pc:docChg chg="custSel modSld">
      <pc:chgData name="Daniel Perret" userId="48657107671_tp_box_2" providerId="OAuth2" clId="{1EB2F679-ED19-4FC3-9A88-BEAD9EDE2BF0}" dt="2026-02-25T20:05:50.764" v="57" actId="20577"/>
      <pc:docMkLst>
        <pc:docMk/>
      </pc:docMkLst>
      <pc:sldChg chg="modSp mod">
        <pc:chgData name="Daniel Perret" userId="48657107671_tp_box_2" providerId="OAuth2" clId="{1EB2F679-ED19-4FC3-9A88-BEAD9EDE2BF0}" dt="2026-02-25T20:05:50.764" v="57" actId="20577"/>
        <pc:sldMkLst>
          <pc:docMk/>
          <pc:sldMk cId="3645380566" sldId="266"/>
        </pc:sldMkLst>
        <pc:spChg chg="mod">
          <ac:chgData name="Daniel Perret" userId="48657107671_tp_box_2" providerId="OAuth2" clId="{1EB2F679-ED19-4FC3-9A88-BEAD9EDE2BF0}" dt="2026-02-25T20:05:50.764" v="57" actId="20577"/>
          <ac:spMkLst>
            <pc:docMk/>
            <pc:sldMk cId="3645380566" sldId="266"/>
            <ac:spMk id="4" creationId="{C965E369-A841-E39F-651A-F38224E78E6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40C0-2E6F-6FC7-6BFF-E7BF6BD56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E1A7A-994E-01D0-4721-E00838F5C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5625-2A8B-51B7-FFF5-C1252000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1111F-25AE-AB0C-6CAF-6E9691A2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F7D18-D217-621E-6429-8E635BFC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75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2F07-936D-14C3-61FA-CBC7680E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C790C-84C0-CFF4-67DC-92EFC183B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863EB-FF94-C17D-9BD2-10C00F20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80F54-EB45-0FC7-CE79-5CB3662D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5C536-DF9D-7AEC-1707-B6D6869E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3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AF19-5FB7-80A7-6541-7D48EE6F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3714D-20EC-9005-202C-F246692A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6AC6-7C34-32C7-F0FD-09EBE75E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F8765-AC9C-8A94-41D4-4BD3E370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6749D-C3BD-EC08-9A98-1EC3757F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1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19B0-5589-E431-B242-115E15F4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93562-E0A0-BFA3-2627-43A6D0657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3240F-1686-59A4-3D52-185F1D68C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6BD3E-3997-E4DD-5FA1-F9B4CCE7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3782E-847E-0417-CEB8-98830FAA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BC545-E235-3B78-AD82-2A95D93B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6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B29F4-192F-A386-6B27-245B2C50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A15E3-9687-562B-0A01-5F8FDFA47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09157-4B1A-001E-38C5-61B0F02B1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7FC11-962A-1216-C157-C805CFD49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932159-8F42-0DB7-18DC-3FF6ACBD3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C75260-CAC1-1D34-4584-05CD72ADE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CFDD6-1422-E90E-8CB3-3D328A3AB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5DEAF5-C209-1BA8-722B-86F06AA8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6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63A4D-4D51-549D-6E49-A8DAC9D0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41CC6-12B6-9714-49AD-5E712EBD8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5AB24-91F2-F683-B9C7-65D2A1540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2939D-8701-DA8E-8597-9A91F8B3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3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6311EC-0188-1BFF-432C-CA0AE254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9933C-A72C-E62E-0CF7-956887E9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292C1-1D8A-A661-467D-574DEF68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97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3D38E-D9AB-9BB0-FB8A-606DF5E0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FD5C5-FBEB-2B72-F58D-F1EBE8D8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C7F4D-8FDC-4EDD-7178-88A0CC631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CFBC1-FFC4-A9AB-E8EF-570D9129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1EC83-FB6F-FD81-C657-F9D2DADB5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06B3C-136A-D416-55CE-9FECD79C7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9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8545-535D-F883-20CA-1FD86DCE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975F5C-7DDB-C2F5-9882-6536F0143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7010C-B989-7BBE-0CE8-7ADA7320B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A835B-20F1-F1D3-2BFF-69092345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2D055-5768-1569-374F-C8E4126D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5B27D-1779-A162-7632-38D8C469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17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6559-A09F-6D49-3033-8794BED7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63462-DD27-9843-35DB-285C2D041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CEE67-FD04-1439-2732-7DC5C107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C1BE1-7119-ACC8-18A2-38AA3EBD7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A5F03-3AD3-1213-1886-A8746366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72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325703-8AAC-B921-2CE0-54AE2E79D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BB18A2-6696-F0F9-0B35-8EB922EF3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9AA57-63DC-9110-5542-6C58C87A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CC6DD-EAA8-4CBF-6C14-25A2319F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1467E-C3AB-3FDB-7676-587FA524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37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31B3E-F5C4-6561-4877-5D8C942E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BF485-8B31-CDED-4CB5-EFE7ABBE2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6360E-9B4A-9219-0E0F-627A6EAA7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61190-FFE2-4F92-B51C-D232B4190E8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1169B-12F9-D49B-DCB5-1D1A00BC0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02161-0551-A622-F136-88CCCBE46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1D48F7-C15B-45FB-AA7B-17E430257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1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7A7B70-9159-6A11-0DA8-35DE0B6DBBF5}"/>
              </a:ext>
            </a:extLst>
          </p:cNvPr>
          <p:cNvSpPr txBox="1"/>
          <p:nvPr/>
        </p:nvSpPr>
        <p:spPr>
          <a:xfrm>
            <a:off x="1585913" y="1328738"/>
            <a:ext cx="880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2020 Rx emissions </a:t>
            </a:r>
            <a:r>
              <a:rPr lang="en-US" sz="2400" dirty="0"/>
              <a:t>(FVS) vs </a:t>
            </a:r>
            <a:r>
              <a:rPr lang="en-US" sz="2400" b="1" dirty="0"/>
              <a:t>2020 WF emissions </a:t>
            </a:r>
            <a:r>
              <a:rPr lang="en-US" sz="2400" dirty="0"/>
              <a:t>(</a:t>
            </a:r>
            <a:r>
              <a:rPr lang="en-US" sz="2400" dirty="0" err="1"/>
              <a:t>FlamStat</a:t>
            </a:r>
            <a:r>
              <a:rPr lang="en-US" sz="2400" dirty="0"/>
              <a:t> + FVS)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4F0A3-8C02-1D8A-F273-E626B1BF54F1}"/>
              </a:ext>
            </a:extLst>
          </p:cNvPr>
          <p:cNvSpPr txBox="1"/>
          <p:nvPr/>
        </p:nvSpPr>
        <p:spPr>
          <a:xfrm>
            <a:off x="3481387" y="2786062"/>
            <a:ext cx="522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Background colors – </a:t>
            </a:r>
            <a:r>
              <a:rPr lang="en-US" dirty="0" err="1"/>
              <a:t>LandFire</a:t>
            </a:r>
            <a:r>
              <a:rPr lang="en-US" dirty="0"/>
              <a:t> 2020 FBFM40</a:t>
            </a:r>
          </a:p>
          <a:p>
            <a:r>
              <a:rPr lang="en-US" dirty="0"/>
              <a:t>Red pixels – Rx emissions &gt; WF emissions</a:t>
            </a:r>
          </a:p>
        </p:txBody>
      </p:sp>
    </p:spTree>
    <p:extLst>
      <p:ext uri="{BB962C8B-B14F-4D97-AF65-F5344CB8AC3E}">
        <p14:creationId xmlns:p14="http://schemas.microsoft.com/office/powerpoint/2010/main" val="4041302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14E99-5490-4480-FDCD-FFFB024ED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87" y="0"/>
            <a:ext cx="8953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25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07C69-A3D4-F0B6-7208-22F2AC79E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07" y="0"/>
            <a:ext cx="979958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E01375-B24A-6341-2F49-937259505437}"/>
              </a:ext>
            </a:extLst>
          </p:cNvPr>
          <p:cNvSpPr txBox="1"/>
          <p:nvPr/>
        </p:nvSpPr>
        <p:spPr>
          <a:xfrm>
            <a:off x="1385887" y="171450"/>
            <a:ext cx="254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Umpqua NF, OR</a:t>
            </a:r>
          </a:p>
        </p:txBody>
      </p:sp>
    </p:spTree>
    <p:extLst>
      <p:ext uri="{BB962C8B-B14F-4D97-AF65-F5344CB8AC3E}">
        <p14:creationId xmlns:p14="http://schemas.microsoft.com/office/powerpoint/2010/main" val="3904088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D925F7-6C9C-1D14-DD34-4662A55DB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07" y="0"/>
            <a:ext cx="979958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A07905-0E13-1793-7A56-D5C4E9C98D0C}"/>
              </a:ext>
            </a:extLst>
          </p:cNvPr>
          <p:cNvSpPr txBox="1"/>
          <p:nvPr/>
        </p:nvSpPr>
        <p:spPr>
          <a:xfrm>
            <a:off x="1385887" y="171450"/>
            <a:ext cx="254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Umpqua NF, OR</a:t>
            </a:r>
          </a:p>
        </p:txBody>
      </p:sp>
    </p:spTree>
    <p:extLst>
      <p:ext uri="{BB962C8B-B14F-4D97-AF65-F5344CB8AC3E}">
        <p14:creationId xmlns:p14="http://schemas.microsoft.com/office/powerpoint/2010/main" val="370736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80A7D5-620D-B4F4-AD43-D2B90C73B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07" y="0"/>
            <a:ext cx="979958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087D0C-0E14-651E-7840-7DAB6856A553}"/>
              </a:ext>
            </a:extLst>
          </p:cNvPr>
          <p:cNvSpPr txBox="1"/>
          <p:nvPr/>
        </p:nvSpPr>
        <p:spPr>
          <a:xfrm>
            <a:off x="1385887" y="171450"/>
            <a:ext cx="345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S. Wind Rivers, WY</a:t>
            </a:r>
          </a:p>
        </p:txBody>
      </p:sp>
    </p:spTree>
    <p:extLst>
      <p:ext uri="{BB962C8B-B14F-4D97-AF65-F5344CB8AC3E}">
        <p14:creationId xmlns:p14="http://schemas.microsoft.com/office/powerpoint/2010/main" val="64763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D7C00-DA02-DFB5-A6E6-8D53FF61B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07" y="0"/>
            <a:ext cx="979958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7362C1-E862-4006-8DF5-5C7FCFE0FACD}"/>
              </a:ext>
            </a:extLst>
          </p:cNvPr>
          <p:cNvSpPr txBox="1"/>
          <p:nvPr/>
        </p:nvSpPr>
        <p:spPr>
          <a:xfrm>
            <a:off x="1385887" y="171450"/>
            <a:ext cx="345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S. Wind Rivers, WY</a:t>
            </a:r>
          </a:p>
        </p:txBody>
      </p:sp>
    </p:spTree>
    <p:extLst>
      <p:ext uri="{BB962C8B-B14F-4D97-AF65-F5344CB8AC3E}">
        <p14:creationId xmlns:p14="http://schemas.microsoft.com/office/powerpoint/2010/main" val="411627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589B7-5A25-0C62-669E-0F896C14F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07" y="0"/>
            <a:ext cx="979958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20E5D8-3E21-1AB8-62F7-CFDBE12AA3E7}"/>
              </a:ext>
            </a:extLst>
          </p:cNvPr>
          <p:cNvSpPr txBox="1"/>
          <p:nvPr/>
        </p:nvSpPr>
        <p:spPr>
          <a:xfrm>
            <a:off x="1385887" y="171450"/>
            <a:ext cx="4086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Apache-Sitgreaves NF, AZ</a:t>
            </a:r>
          </a:p>
        </p:txBody>
      </p:sp>
    </p:spTree>
    <p:extLst>
      <p:ext uri="{BB962C8B-B14F-4D97-AF65-F5344CB8AC3E}">
        <p14:creationId xmlns:p14="http://schemas.microsoft.com/office/powerpoint/2010/main" val="272671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EEF135-9EBA-4884-89D1-1EFC5C6E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07" y="0"/>
            <a:ext cx="979958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1C00E0-D547-959B-3F25-7C310449870A}"/>
              </a:ext>
            </a:extLst>
          </p:cNvPr>
          <p:cNvSpPr txBox="1"/>
          <p:nvPr/>
        </p:nvSpPr>
        <p:spPr>
          <a:xfrm>
            <a:off x="1385887" y="171450"/>
            <a:ext cx="4086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Apache-Sitgreaves NF, AZ</a:t>
            </a:r>
          </a:p>
        </p:txBody>
      </p:sp>
    </p:spTree>
    <p:extLst>
      <p:ext uri="{BB962C8B-B14F-4D97-AF65-F5344CB8AC3E}">
        <p14:creationId xmlns:p14="http://schemas.microsoft.com/office/powerpoint/2010/main" val="1880471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33DA6A-44C6-0EC0-CFF2-127F37BFF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07" y="0"/>
            <a:ext cx="979958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F6995B-752C-215D-5962-13FC6E043F90}"/>
              </a:ext>
            </a:extLst>
          </p:cNvPr>
          <p:cNvSpPr txBox="1"/>
          <p:nvPr/>
        </p:nvSpPr>
        <p:spPr>
          <a:xfrm>
            <a:off x="1385887" y="171450"/>
            <a:ext cx="4086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Fredericktown, MO</a:t>
            </a:r>
          </a:p>
        </p:txBody>
      </p:sp>
    </p:spTree>
    <p:extLst>
      <p:ext uri="{BB962C8B-B14F-4D97-AF65-F5344CB8AC3E}">
        <p14:creationId xmlns:p14="http://schemas.microsoft.com/office/powerpoint/2010/main" val="1795402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1B4452-449E-CFEC-528B-9ACAC0FB2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07" y="0"/>
            <a:ext cx="979958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758E51-D7AD-2F35-66A7-77F2D79C7AA0}"/>
              </a:ext>
            </a:extLst>
          </p:cNvPr>
          <p:cNvSpPr txBox="1"/>
          <p:nvPr/>
        </p:nvSpPr>
        <p:spPr>
          <a:xfrm>
            <a:off x="1385887" y="171450"/>
            <a:ext cx="4086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Fredericktown, MO</a:t>
            </a:r>
          </a:p>
        </p:txBody>
      </p:sp>
    </p:spTree>
    <p:extLst>
      <p:ext uri="{BB962C8B-B14F-4D97-AF65-F5344CB8AC3E}">
        <p14:creationId xmlns:p14="http://schemas.microsoft.com/office/powerpoint/2010/main" val="128189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4C35AF-215E-E1E5-9F1E-DFDA301E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55" y="1116806"/>
            <a:ext cx="10794462" cy="462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56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2A013CF-63C2-654A-230D-D7DF5D8950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4BE6E8-3BDC-9160-D2D5-73499ACE4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4" y="876300"/>
            <a:ext cx="7458075" cy="4800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65E369-A841-E39F-651A-F38224E78E67}"/>
              </a:ext>
            </a:extLst>
          </p:cNvPr>
          <p:cNvSpPr txBox="1"/>
          <p:nvPr/>
        </p:nvSpPr>
        <p:spPr>
          <a:xfrm>
            <a:off x="8701087" y="2537936"/>
            <a:ext cx="32289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Are the mismatched pixels associated with way high FL?</a:t>
            </a:r>
          </a:p>
          <a:p>
            <a:endParaRPr lang="en-US" i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i="1" dirty="0">
                <a:sym typeface="Wingdings" panose="05000000000000000000" pitchFamily="2" charset="2"/>
              </a:rPr>
              <a:t>Break out by FBFM40 and Rx-NT comp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i="1" dirty="0">
                <a:sym typeface="Wingdings" panose="05000000000000000000" pitchFamily="2" charset="2"/>
              </a:rPr>
              <a:t>Also break out by forest type and FRG</a:t>
            </a:r>
          </a:p>
        </p:txBody>
      </p:sp>
    </p:spTree>
    <p:extLst>
      <p:ext uri="{BB962C8B-B14F-4D97-AF65-F5344CB8AC3E}">
        <p14:creationId xmlns:p14="http://schemas.microsoft.com/office/powerpoint/2010/main" val="3645380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3D7664-08F7-7933-FDF7-37B1A9C17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776" y="521492"/>
            <a:ext cx="8272224" cy="63365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B628C2-40AA-8112-4579-45A4DFEB21A3}"/>
              </a:ext>
            </a:extLst>
          </p:cNvPr>
          <p:cNvSpPr txBox="1"/>
          <p:nvPr/>
        </p:nvSpPr>
        <p:spPr>
          <a:xfrm>
            <a:off x="157163" y="1328738"/>
            <a:ext cx="35575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2021</a:t>
            </a:r>
            <a:r>
              <a:rPr lang="en-US" dirty="0"/>
              <a:t> NT emissions compared to </a:t>
            </a:r>
            <a:r>
              <a:rPr lang="en-US" b="1" dirty="0"/>
              <a:t>2020</a:t>
            </a:r>
            <a:r>
              <a:rPr lang="en-US" dirty="0"/>
              <a:t> Rx emissions </a:t>
            </a:r>
          </a:p>
          <a:p>
            <a:r>
              <a:rPr lang="en-US" i="1" dirty="0"/>
              <a:t>	</a:t>
            </a:r>
            <a:r>
              <a:rPr lang="en-US" i="1" dirty="0">
                <a:sym typeface="Wingdings" panose="05000000000000000000" pitchFamily="2" charset="2"/>
              </a:rPr>
              <a:t> indicates that there’s something going on with the FVS-grow step, esp. in southern variant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49552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114</Words>
  <Application>Microsoft Office PowerPoint</Application>
  <PresentationFormat>Widescreen</PresentationFormat>
  <Paragraphs>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Perret</dc:creator>
  <cp:lastModifiedBy>Daniel Perret</cp:lastModifiedBy>
  <cp:revision>2</cp:revision>
  <dcterms:created xsi:type="dcterms:W3CDTF">2026-02-24T20:42:27Z</dcterms:created>
  <dcterms:modified xsi:type="dcterms:W3CDTF">2026-02-25T20:05:59Z</dcterms:modified>
</cp:coreProperties>
</file>